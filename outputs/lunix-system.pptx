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99a752e584103" /><Relationship Type="http://schemas.openxmlformats.org/officeDocument/2006/relationships/extended-properties" Target="/docProps/app.xml" Id="R76420042694c444f" /><Relationship Type="http://schemas.openxmlformats.org/officeDocument/2006/relationships/officeDocument" Target="/ppt/presentation.xml" Id="R710b22f689af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e3ce85d865498f"/>
  </p:sldMasterIdLst>
  <p:notesMasterIdLst>
    <p:notesMasterId xmlns:r="http://schemas.openxmlformats.org/officeDocument/2006/relationships" r:id="R4d70b46c90e6421e"/>
  </p:notesMasterIdLst>
  <p:sldIdLst>
    <p:sldId xmlns:r="http://schemas.openxmlformats.org/officeDocument/2006/relationships" id="256" r:id="Rc58e1571ed294540"/>
    <p:sldId xmlns:r="http://schemas.openxmlformats.org/officeDocument/2006/relationships" id="257" r:id="R94d8a43a0e4c4e16"/>
    <p:sldId xmlns:r="http://schemas.openxmlformats.org/officeDocument/2006/relationships" id="258" r:id="R612660acfae140a1"/>
    <p:sldId xmlns:r="http://schemas.openxmlformats.org/officeDocument/2006/relationships" id="259" r:id="R47a63c65897d405a"/>
    <p:sldId xmlns:r="http://schemas.openxmlformats.org/officeDocument/2006/relationships" id="260" r:id="Rbc43ed1316ff4613"/>
    <p:sldId xmlns:r="http://schemas.openxmlformats.org/officeDocument/2006/relationships" id="261" r:id="R31064d83689e4b1c"/>
    <p:sldId xmlns:r="http://schemas.openxmlformats.org/officeDocument/2006/relationships" id="262" r:id="R8f59b010e6d64e44"/>
    <p:sldId xmlns:r="http://schemas.openxmlformats.org/officeDocument/2006/relationships" id="263" r:id="R1c12b0f68ec84e4e"/>
    <p:sldId xmlns:r="http://schemas.openxmlformats.org/officeDocument/2006/relationships" id="264" r:id="R7e3f879367a2407e"/>
    <p:sldId xmlns:r="http://schemas.openxmlformats.org/officeDocument/2006/relationships" id="265" r:id="R4634048d4df446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65027edce47c9" /><Relationship Type="http://schemas.openxmlformats.org/officeDocument/2006/relationships/slideMaster" Target="/ppt/slideMasters/slideMaster1.xml" Id="R2be3ce85d865498f" /><Relationship Type="http://schemas.openxmlformats.org/officeDocument/2006/relationships/notesMaster" Target="/ppt/notesMasters/notesMaster1.xml" Id="R4d70b46c90e6421e" /><Relationship Type="http://schemas.openxmlformats.org/officeDocument/2006/relationships/presProps" Target="/ppt/presProps.xml" Id="R50cc564d2d3d4146" /><Relationship Type="http://schemas.openxmlformats.org/officeDocument/2006/relationships/tableStyles" Target="/ppt/tableStyles.xml" Id="Rb7b3c6fb4ffb4c58" /><Relationship Type="http://schemas.openxmlformats.org/officeDocument/2006/relationships/slide" Target="/ppt/slides/slide1.xml" Id="Rc58e1571ed294540" /><Relationship Type="http://schemas.openxmlformats.org/officeDocument/2006/relationships/slide" Target="/ppt/slides/slide2.xml" Id="R94d8a43a0e4c4e16" /><Relationship Type="http://schemas.openxmlformats.org/officeDocument/2006/relationships/slide" Target="/ppt/slides/slide3.xml" Id="R612660acfae140a1" /><Relationship Type="http://schemas.openxmlformats.org/officeDocument/2006/relationships/slide" Target="/ppt/slides/slide4.xml" Id="R47a63c65897d405a" /><Relationship Type="http://schemas.openxmlformats.org/officeDocument/2006/relationships/slide" Target="/ppt/slides/slide5.xml" Id="Rbc43ed1316ff4613" /><Relationship Type="http://schemas.openxmlformats.org/officeDocument/2006/relationships/slide" Target="/ppt/slides/slide6.xml" Id="R31064d83689e4b1c" /><Relationship Type="http://schemas.openxmlformats.org/officeDocument/2006/relationships/slide" Target="/ppt/slides/slide7.xml" Id="R8f59b010e6d64e44" /><Relationship Type="http://schemas.openxmlformats.org/officeDocument/2006/relationships/slide" Target="/ppt/slides/slide8.xml" Id="R1c12b0f68ec84e4e" /><Relationship Type="http://schemas.openxmlformats.org/officeDocument/2006/relationships/slide" Target="/ppt/slides/slide9.xml" Id="R7e3f879367a2407e" /><Relationship Type="http://schemas.openxmlformats.org/officeDocument/2006/relationships/slide" Target="/ppt/slides/slide10.xml" Id="R4634048d4df446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3485bccbe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e6a3f08fff4ced" /><Relationship Type="http://schemas.openxmlformats.org/officeDocument/2006/relationships/notesMaster" Target="/ppt/notesMasters/notesMaster1.xml" Id="R663c91b626b84f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8ca2e0cb84534" /><Relationship Type="http://schemas.openxmlformats.org/officeDocument/2006/relationships/notesMaster" Target="/ppt/notesMasters/notesMaster1.xml" Id="Re8252a59c60b41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d14db293c54149" /><Relationship Type="http://schemas.openxmlformats.org/officeDocument/2006/relationships/notesMaster" Target="/ppt/notesMasters/notesMaster1.xml" Id="R6dc5389c5ca44e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11eaef2614e75" /><Relationship Type="http://schemas.openxmlformats.org/officeDocument/2006/relationships/notesMaster" Target="/ppt/notesMasters/notesMaster1.xml" Id="R941c8a44a3cb40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0fe5f0eddc471f" /><Relationship Type="http://schemas.openxmlformats.org/officeDocument/2006/relationships/notesMaster" Target="/ppt/notesMasters/notesMaster1.xml" Id="Rf297138017284f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323c0b8dc94fce" /><Relationship Type="http://schemas.openxmlformats.org/officeDocument/2006/relationships/notesMaster" Target="/ppt/notesMasters/notesMaster1.xml" Id="R4f85f426d17945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06898e1dab44cf" /><Relationship Type="http://schemas.openxmlformats.org/officeDocument/2006/relationships/notesMaster" Target="/ppt/notesMasters/notesMaster1.xml" Id="Recda8850aa934e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badc054a22452b" /><Relationship Type="http://schemas.openxmlformats.org/officeDocument/2006/relationships/notesMaster" Target="/ppt/notesMasters/notesMaster1.xml" Id="R8214a489983147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5de9ee9ee74193" /><Relationship Type="http://schemas.openxmlformats.org/officeDocument/2006/relationships/notesMaster" Target="/ppt/notesMasters/notesMaster1.xml" Id="Rdb4bfd7297d048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8fc51f2e3244ff" /><Relationship Type="http://schemas.openxmlformats.org/officeDocument/2006/relationships/notesMaster" Target="/ppt/notesMasters/notesMaster1.xml" Id="Rc757a71c875840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8f189210c41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0ef903e8fc4385" /><Relationship Type="http://schemas.openxmlformats.org/officeDocument/2006/relationships/slideLayout" Target="/ppt/slideLayouts/slideLayout1.xml" Id="R2abdcd9427fd46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dcd9427fd46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b825b0384bb1" /><Relationship Type="http://schemas.openxmlformats.org/officeDocument/2006/relationships/image" Target="/ppt/media/image.png" Id="R1fa2916457664150" /><Relationship Type="http://schemas.openxmlformats.org/officeDocument/2006/relationships/notesSlide" Target="/ppt/notesSlides/notesSlide1.xml" Id="R913ea911e10f46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5ef52d63a48cc" /><Relationship Type="http://schemas.openxmlformats.org/officeDocument/2006/relationships/notesSlide" Target="/ppt/notesSlides/notesSlide2.xml" Id="R3591a5cbc67f4b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56b960344f75" /><Relationship Type="http://schemas.openxmlformats.org/officeDocument/2006/relationships/notesSlide" Target="/ppt/notesSlides/notesSlide3.xml" Id="R152e39c272d448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767d948bc4a29" /><Relationship Type="http://schemas.openxmlformats.org/officeDocument/2006/relationships/notesSlide" Target="/ppt/notesSlides/notesSlide4.xml" Id="R5552f089de2a4c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4908b13524cf2" /><Relationship Type="http://schemas.openxmlformats.org/officeDocument/2006/relationships/image" Target="/ppt/media/image2.png" Id="Re2ecd8e2cd9b461a" /><Relationship Type="http://schemas.openxmlformats.org/officeDocument/2006/relationships/notesSlide" Target="/ppt/notesSlides/notesSlide5.xml" Id="R6639e01881b340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f67d5cb1847c0" /><Relationship Type="http://schemas.openxmlformats.org/officeDocument/2006/relationships/notesSlide" Target="/ppt/notesSlides/notesSlide6.xml" Id="R15c2bfc8d0f542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af1211796489d" /><Relationship Type="http://schemas.openxmlformats.org/officeDocument/2006/relationships/notesSlide" Target="/ppt/notesSlides/notesSlide7.xml" Id="R15f6b8411fb247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3378a4530461e" /><Relationship Type="http://schemas.openxmlformats.org/officeDocument/2006/relationships/image" Target="/ppt/media/image3.png" Id="R0d5476815c8b4cd0" /><Relationship Type="http://schemas.openxmlformats.org/officeDocument/2006/relationships/notesSlide" Target="/ppt/notesSlides/notesSlide8.xml" Id="Rbd8282d6b3494c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89240c36d4b23" /><Relationship Type="http://schemas.openxmlformats.org/officeDocument/2006/relationships/notesSlide" Target="/ppt/notesSlides/notesSlide9.xml" Id="R1baa07be8cf146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ab63882784843" /><Relationship Type="http://schemas.openxmlformats.org/officeDocument/2006/relationships/notesSlide" Target="/ppt/notesSlides/notesSlide10.xml" Id="Rf0709d86e473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32BDB4-7F49-4E1C-AB7A-DEA2E87E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CD235-A4CE-41ED-8511-5B24FB19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857250"/>
            <a:ext cx="58102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EF154-58CB-41F2-AE93-8AAFABD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BECEF-4246-44E1-9E21-A959983D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BE4F5-6F82-4EE0-ADBE-6A9197FA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7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D7E8"/>
                </a:solidFill>
                <a:latin typeface="Aptos"/>
                <a:ea typeface="Aptos"/>
                <a:cs typeface="Aptos"/>
              </a:rPr>
              <a:t>LUNIX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4FCAE-E30A-4CDC-8763-EF43B75B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原生云桌面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B7FF7-C73F-4F48-B9D8-0E149CD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90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rPr>
              <a:t>把 Claude、Codex、浏览器、终端与云端运行时，</a:t>
            </a:r>
          </a:p>
          <a:p xmlns:a="http://schemas.openxmlformats.org/drawingml/2006/main">
            <a:pPr algn="l">
              <a:def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rPr>
              <a:t>组合成一个可见、可控、可持续工作的桌面。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D4BA8-F7D0-4A12-9338-F305E39A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657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39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B9641-0EC1-443E-BF6B-670A9208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D7E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4D7E8"/>
                </a:solidFill>
                <a:latin typeface="PingFang SC"/>
                <a:ea typeface="PingFang SC"/>
                <a:cs typeface="PingFang SC"/>
              </a:rPr>
              <a:t>PRODUCT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077D1-C2C4-4C56-87C0-DCFE4106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从自然语言任务到真实可交付结果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161F4-368A-48E7-842C-C7596CB6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F9AB8"/>
                </a:solidFill>
                <a:latin typeface="Aptos"/>
                <a:ea typeface="Aptos"/>
                <a:cs typeface="Aptos"/>
              </a:rPr>
              <a:t>lunix-desktop.vercel.app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7BE48-F54F-4F6C-B34B-0A768A7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04900"/>
            <a:ext cx="4762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2916457664150"/>
          <a:srcRect xmlns:a="http://schemas.openxmlformats.org/drawingml/2006/main" l="13024" t="0" r="130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333500"/>
            <a:ext cx="4305300" cy="3638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9DB22-4A7C-4A6F-ABFB-6DF9BA4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F9A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F1E05-3297-4DD6-B55E-8A2EDE32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F9A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6492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375AB-1EF2-47EE-9A38-90B78086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54C13-4CC3-4184-A05F-D61346E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AI 编程能力很强，但工作环境仍然碎片化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1BDE4-8F63-47D4-8F3B-4F981B0B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用户面对的不是一个完整产品，而是终端、登录、端口、预览和运行状态的拼装。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9695E-37D3-494A-AD95-487F5EFC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76D00-C0CB-4A61-A9A2-2F31BE4D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6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6A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DCACF-0F94-4DCE-9E31-98915DE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终端黑箱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CD312-78E7-4FCA-A721-E68A3A12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执行很久却不知道发生了什么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B14BA-1AD9-4FD1-AF33-70C28396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D1E67-1FB0-4627-B721-89D8448B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25D92-D13D-4F58-BE60-B8B3240F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EA3DA-5D23-4CB5-B2A9-6AA520F6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工具割裂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901E3-3A6F-4FF8-AEDF-D304F7A1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对话、文件、浏览器与预览来回切换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CB528-70E5-4755-AA91-450128DD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9BD63-1470-4C69-A5E6-6B672786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71185-8AFE-4C87-B8BB-1664ECD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6C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6CF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3A0FE-2862-4777-A3D9-9E3D536E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状态失真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09B2A-E5D6-43FF-8493-F4810A5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任务完成后仍显示运行，刷新后状态丢失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5870C-9779-4003-AD69-FA503049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826FA-43F1-4453-B2D0-FF8457D1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195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FF004-2EB0-464C-B305-57321B4C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B7A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AB7A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10D16-3B3B-4289-A0E8-355A8247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环境脆弱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85E21-8A16-492C-B15E-8A506D08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端口、沙箱与第三方运行时失败难以理解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E8440-1170-4253-A856-2E204B10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B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6BB50-6A00-4D8D-AB83-A527E875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6FFF"/>
                </a:solidFill>
                <a:latin typeface="PingFang SC"/>
                <a:ea typeface="PingFang SC"/>
                <a:cs typeface="PingFang SC"/>
              </a:rPr>
              <a:t>核心问题：模型在工作，但用户无法感知、判断和接管。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DD200-0E0F-4EDC-B1D9-07A5E32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F9F0F-7D33-46F5-AF99-0F73A2B2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9278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BF036-69AA-4E4B-B9B3-77E6F70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D768E-4754-4918-8F6C-51B732CD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一个桌面，承载多个 AI 运行时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A105D-6867-424B-8A26-333268B7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Lunix 不是聊天页面，而是浏览器中的完整软件工作空间。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11482-106F-4C78-8B6D-E183513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1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E388D-F765-45E4-8C2B-7E36AC24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Lunix 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9F4D3-C9E5-46D0-9293-DC2E3322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统一窗口系统 · 统一任务状态 · 统一预览体验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65941-782C-44FA-AA0D-44B4A71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D50"/>
          </a:solidFill>
          <a:ln xmlns:a="http://schemas.openxmlformats.org/drawingml/2006/main" w="9525">
            <a:solidFill>
              <a:srgbClr val="2147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81318-4F8E-4DC7-B1B8-7363423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5D991-8B0B-4FD9-B748-E84D305D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D2B4C-8E52-42C1-9F57-EAD54844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A8FC7-AEA1-4963-BE73-9DD5F79E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自然语言任务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16203-9CEC-4F44-A809-23980C80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D50"/>
          </a:solidFill>
          <a:ln xmlns:a="http://schemas.openxmlformats.org/drawingml/2006/main" w="9525">
            <a:solidFill>
              <a:srgbClr val="214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A1516-7A44-47B0-8C7C-00A8B378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AB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AC047-3E0D-46AC-AC01-945B1327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64FB0-1793-47A7-B93D-3368BD17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2D8A4-93F3-4775-8C6B-9188E3D5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577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工作区文件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85527-B85C-4A5B-8D75-714D8578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D50"/>
          </a:solidFill>
          <a:ln xmlns:a="http://schemas.openxmlformats.org/drawingml/2006/main" w="9525">
            <a:solidFill>
              <a:srgbClr val="2147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B4CD7-6C5D-413A-A619-9246FCD5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7A6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A322D-0D8D-4F19-8A77-28FFD3C0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F68-AE03-47E0-BCAE-57A036A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71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816FE-EF0E-47AD-B33F-B33EC77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577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云端浏览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2134D-6695-45D7-8C22-C608CE8C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D50"/>
          </a:solidFill>
          <a:ln xmlns:a="http://schemas.openxmlformats.org/drawingml/2006/main" w="9525">
            <a:solidFill>
              <a:srgbClr val="2147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7F249-50A4-4F76-8B59-0CBC9F56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1259A-4E83-4706-AC1E-AAAA8FF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FE300-1EE7-4D52-9179-6B314E9A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Terminal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B18C6-5AF9-460F-9CCE-42B592C0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577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交互式终端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0BD30A-E481-41D1-9435-0F30BBB6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D50"/>
          </a:solidFill>
          <a:ln xmlns:a="http://schemas.openxmlformats.org/drawingml/2006/main" w="9525">
            <a:solidFill>
              <a:srgbClr val="2147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251A8-3C55-4867-9172-9BEA280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9B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F36EB0-71BD-42F5-B6F3-B4DF30FF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F8D7EF-8F3F-4280-96F1-655E4B98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1D625-8E9A-4FE7-B0D9-C1676E1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577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可访问结果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55B8C-1E51-48AC-B25B-CB7D6C3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7E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7E8"/>
                </a:solidFill>
                <a:latin typeface="PingFang SC"/>
                <a:ea typeface="PingFang SC"/>
                <a:cs typeface="PingFang SC"/>
              </a:rPr>
              <a:t>窗口只是界面，真正的能力来自背后的会话、工作区与沙箱运行时。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59972-2E67-4B99-A051-8264290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3BC4E-BE49-4E37-B433-E2623DCC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2034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443A07-CCED-42BD-B691-7C14DFBB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C37A-C7EA-4654-A161-8A189446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从一句话，到一个能打开的结果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D987C-A920-4CF5-94E5-E8F582A5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每一步都有清晰状态，用户不必理解底层端口或沙箱细节。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4BE98-A80C-40F7-8883-66807D9B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971B9-D529-470D-9828-2509CDB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790700" cy="18097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ECC61-AE4E-403B-A011-58C385B8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C907C-8611-4F2C-9A2F-34C614E5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8F53A-68C5-45BF-BE93-E8C69A0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描述任务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2786B-66E2-43EE-A0A0-DC5DDF0C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“做一个 Airbnb 风格网页”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DE23F-CFE1-4D32-8EFA-73B08D08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59D70-A7AC-4F6A-8CD4-67EE8D5E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1790700" cy="18097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C84E2-B31F-435D-878F-6A01360B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26D74-ECDD-4FF0-8792-4635558A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A3F0F-3423-4D33-B08D-AA1D2A9C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Agent 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D83CA-A8AA-4C4C-A931-1A65086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读取目录、写文件、启动服务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F67B1-C00B-4CF0-9F73-4BFBFC7A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5BA02-17F4-49C4-BAE8-F1B7AEAB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790700" cy="18097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F3023-8706-4F3C-B93D-5A77C36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2264F-10DA-43C2-BD62-42D3BFB0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3798F-0A82-4CBF-895B-DD11605B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状态可见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3ED2B-33EC-4416-9781-9B13BF46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思考、工具调用、等待、失败恢复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FE2A5-CD06-4811-907D-86B0ECF9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F6865-9633-4EA5-A661-6FD92A2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1790700" cy="18097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7CD33-545F-48FB-B3C4-5074BF9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79147-2185-4589-9711-B0E00DBE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8D9553-77A9-4E24-BBFF-D11B4A8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14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自动预览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2F793-E280-4C67-A841-3F48E7E0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147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检测 localhost 并生成 Preview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0D08E-4773-4BAA-A169-0E0575AF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790700" cy="18097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553B9-8C92-4C12-86CA-8165EC0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2279D9-6548-4E55-985B-F5BCE18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0A753C-BFB3-462E-A70C-D5E49962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14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继续迭代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8C9A2-38B2-411A-8DF9-97CA4F7F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147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回到对话修改，不丢上下文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B9057-2E4B-467E-BAB2-0D41249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FCBE9-88E8-4803-B9F0-50EDAE3E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F6FFF"/>
                </a:solidFill>
                <a:latin typeface="PingFang SC"/>
                <a:ea typeface="PingFang SC"/>
                <a:cs typeface="PingFang SC"/>
              </a:rPr>
              <a:t>设计目标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665F67-2A77-4E52-9D89-B9308AC1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用户始终知道：现在在做什么、是否仍在运行、失败在哪里、接下来能做什么。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BAE08F-9BE7-466A-ADD4-2A69C850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73687-441A-4036-8C04-4A103EC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3290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08418-0B3D-42DA-9CC2-E767C111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AGENT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EF5A7-1A7D-48E3-8BB2-BD1DFA83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Claude 与 Codex，在同一个工作空间中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42A65-E98A-43FB-98B7-2E3E9EA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供应商可切换，工作界面保持一致；登录与会话彼此独立。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7CC78-CADB-41E2-B5A1-348ACAF1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239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71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cd8e2cd9b461a"/>
          <a:srcRect xmlns:a="http://schemas.openxmlformats.org/drawingml/2006/main" l="0" t="2861" r="0" b="2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286000"/>
            <a:ext cx="6934200" cy="3600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E98ED-BD4D-4326-AEA5-9E487D5D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3219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EFD6B-39B0-45D9-8899-06C5CEAF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CA94C-5506-4E20-A1F9-E4C4453B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52127-C9AB-4EB5-9FE7-3D48C961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多模型入口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820EF-2434-4C09-80F2-39763B0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33675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Claude 订阅登录与 Codex 设备登录独立工作。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7532-2C14-4957-A270-924DEE9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3219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97BD0-7852-472F-A7DD-080CF601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AB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E459E-743A-4848-ABA1-50793829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DFAFD-E8C1-49F6-B298-C02F43BD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861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人类可读对话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95D89-C923-4674-975E-1E6B8EA0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00475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消息、思考、工具执行和错误采用分层渲染。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75C5E-3BEB-4C8B-8571-D79DF1CA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3219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E1DA9-53A3-420E-81AE-683A9B65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A6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8D39D-043F-406D-9954-36822B4D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3916C-8618-49A6-8FD9-115BD0EB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任务期间锁定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FCDDD-5E66-4CA1-A7F7-8C2AEA2D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67275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避免重复提交与并发污染，完成或失败后恢复输入。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D948E-A485-467B-A33D-500AF314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同一套界面适配不同 Agent，而不是让用户适应每个 CLI。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AC02A-0D46-418D-A639-5E497E2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B9AA7-BE37-44D9-A0F5-FAE7D06B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7316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DD8D6-4F90-438B-80B0-9929DF47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7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7E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FF235-1FA0-4B42-BA63-3007C0DD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薄客户端 + 控制平面 + 隔离运行时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942C0-846B-4032-A675-8ED32042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BE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9CBE2"/>
                </a:solidFill>
                <a:latin typeface="PingFang SC"/>
                <a:ea typeface="PingFang SC"/>
                <a:cs typeface="PingFang SC"/>
              </a:rPr>
              <a:t>前端负责交互与可视化；Nodus 管理会话；Modal 提供弹性、隔离的计算环境。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C84BB-1411-4313-B218-97EE8704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9800"/>
            <a:ext cx="9220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395F"/>
          </a:solidFill>
          <a:ln xmlns:a="http://schemas.openxmlformats.org/drawingml/2006/main" w="9525">
            <a:solidFill>
              <a:srgbClr val="244B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7FC84-97E3-433E-B049-4323A212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762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1A97-CBC5-40D0-B698-5A2B8AF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Lunix 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AD9B5-B3DA-4F4A-9F77-F35BA83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1462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ED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9BED5"/>
                </a:solidFill>
                <a:latin typeface="PingFang SC"/>
                <a:ea typeface="PingFang SC"/>
                <a:cs typeface="PingFang SC"/>
              </a:rPr>
              <a:t>窗口系统 · Agent · Files · Browser · Terminal · Preview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B94A4-B3D6-4515-9D8C-FC0B8853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123AA-FDC0-4AC3-BCF2-027821D2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9220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9525">
            <a:solidFill>
              <a:srgbClr val="244B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96BC7-097F-4059-A2F5-9DB3AC0E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62350"/>
            <a:ext cx="762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DAE97-F460-4CF3-B31A-D2AD67FB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Nodus Control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DFC8E-BE85-4EB1-949B-5403C7A9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766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ED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9BED5"/>
                </a:solidFill>
                <a:latin typeface="PingFang SC"/>
                <a:ea typeface="PingFang SC"/>
                <a:cs typeface="PingFang SC"/>
              </a:rPr>
              <a:t>身份与授权 · Agent 会话 · Workspace · Transcript · 状态同步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8565C-0DC1-45A6-B843-16612BF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672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846FB-DD90-4BCA-8734-7C9AC9E9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9220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D2946"/>
          </a:solidFill>
          <a:ln xmlns:a="http://schemas.openxmlformats.org/drawingml/2006/main" w="9525">
            <a:solidFill>
              <a:srgbClr val="244B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AB45D-7998-4714-8F4D-899DD142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24400"/>
            <a:ext cx="762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B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2964C-1822-4D15-A3F0-2DFD86B3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053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Modal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A155D-AAED-48E8-9007-39EE854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3872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ED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9BED5"/>
                </a:solidFill>
                <a:latin typeface="PingFang SC"/>
                <a:ea typeface="PingFang SC"/>
                <a:cs typeface="PingFang SC"/>
              </a:rPr>
              <a:t>隔离沙箱 · CLI Agent · 文件系统 · 端口与服务 · 临时计算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9805A-6C1F-47CE-8843-9ACC770D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9120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D7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D7E8"/>
                </a:solidFill>
                <a:latin typeface="PingFang SC"/>
                <a:ea typeface="PingFang SC"/>
                <a:cs typeface="PingFang SC"/>
              </a:rPr>
              <a:t>UI 可以更换，模型可以更换，计算环境也可以更换；核心是稳定的任务与状态协议。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E1FF6-6638-4B55-B0D2-7DF808E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F9A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93947-2057-478A-95A4-CF4AF01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F9A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8229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5D44A-C56D-4C79-A473-4838697D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A2178-86CD-4294-9FFD-1DBAE27B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把“看起来卡住”变成可理解、可恢复的状态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2E8AC-1398-4886-B367-94F5E714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可靠性不仅是后端成功率，也包括用户能否准确判断系统是否仍在工作。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1D181-9BD1-477E-8DED-7D45BA8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81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6EEF7-9A90-4345-94F4-68D281D3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952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AD052-DF0C-4E7A-A4FF-E7512EFF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状态机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D9B46-4CED-4A4B-BE04-F2D8ABE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95575"/>
            <a:ext cx="443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idle / starting / running / waiting / failed / 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7A04E-53B6-4FE4-A77A-629FE483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181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56893-D567-4BC3-AB23-B9967E07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952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B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87A52-D1AE-4615-8C20-567C2275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对话隔离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5C517-A5FE-4BFE-8C7E-04D3EB62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95575"/>
            <a:ext cx="443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每个 session 独立 transcript，刷新不会串线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3089F-633D-4AF1-AF58-0310D7D7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81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B100B-6481-48AF-B4A3-E13CC98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52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6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50379-4C16-474B-904A-02D280DA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权限处理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C4712-965D-4B2C-9144-2D950BF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43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隐藏 CLI 噪音，只展示用户真正需要的授权动作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E0D81-8243-4FEF-A2E2-B522C788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5181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9C8BC-42FD-421B-86C7-37D6E71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952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FDDD5-506B-4DDB-BDBB-C6B9294B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预览自愈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AE7A6-AE20-4E2C-BFEF-CA96B730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33825"/>
            <a:ext cx="443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探测 HTTP、识别 loopback、自动代理并重试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BDCD8-6A99-4AD8-BC25-3ADB6FD4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181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F8F36-4CE8-4C59-A361-FB14FC64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952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7307B-7C1A-4AFF-80F2-ADD2B12D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失败出口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849C0-259F-4CFD-A18F-D3EADFC7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443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超时、取消、Runner 错误明确结束并恢复输入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1C59B-7B4E-4616-B301-16C093B4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181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3AA9A-58CA-424D-9465-EFD2CE4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952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B05BE6-D2EF-4D7A-8A2A-404145D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刷新恢复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C6D60-212A-4F08-948F-861EB17A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72075"/>
            <a:ext cx="443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页面重载后从服务端事实恢复 busy / idle 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D5F2E-4727-46E1-B3AF-E46348CD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09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F6FFF"/>
                </a:solidFill>
                <a:latin typeface="PingFang SC"/>
                <a:ea typeface="PingFang SC"/>
                <a:cs typeface="PingFang SC"/>
              </a:rPr>
              <a:t>原则：动画不是无限等待；每个运行态都必须有超时、错误与可恢复出口。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A3173-9DED-4A4E-B07D-B22D6EA9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C735D-FA83-4C9A-B7D0-4902F86F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8050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39469F-407D-4FF7-8EFD-24B0B688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RUNTIME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4CF31-854B-49F6-BF20-DC2DC28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不仅回答问题，还能真正运行软件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C9D17-F4D8-492D-B11D-AA13F285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对话产生代码，运行时启动服务，Preview 把结果带回桌面。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76112-2008-41CC-8C97-8983FF4B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19125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71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476815c8b4cd0"/>
          <a:srcRect xmlns:a="http://schemas.openxmlformats.org/drawingml/2006/main" l="0" t="2362" r="0" b="2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286000"/>
            <a:ext cx="5886450" cy="3505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031E7-5675-4B8F-BD97-2D566B32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真实运行结果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6C8A3-7D0B-4C6B-AAA5-33317736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8640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239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025F3-793B-4C2D-AA4F-58A33015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D7E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4D7E8"/>
                </a:solidFill>
                <a:latin typeface="PingFang SC"/>
                <a:ea typeface="PingFang SC"/>
                <a:cs typeface="PingFang SC"/>
              </a:rPr>
              <a:t>PORT 8000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E43F0-59ED-42A7-BFC0-F6A083BA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4267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DDE7E-CA84-4A8D-B153-D23F1FF9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C100A-8A7D-40BC-ADB1-1B01F08F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C1C8B-5059-40BE-8E8A-A90C6C7B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0D094-A268-4DAA-B578-B3FF9F19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19375"/>
            <a:ext cx="3371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理解意图并执行任务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1AB45-35FE-4A2D-AFAB-7B437A1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4267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5566C-EBE9-4A03-83C6-B58D286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AB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DB18A-CF92-4858-89B9-4ED35D1F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37D7D-D6C1-4FF4-A44F-595A2746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8015B-969D-4A26-9AD2-6436094A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76625"/>
            <a:ext cx="3371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持久化文件与上下文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D3846-2F7F-45DD-888B-769933C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4267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EBE99-59E4-4ABC-AC7F-CB5852D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195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D0846-44D4-42BE-BBAF-BA3AFFC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19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D2F3C-4880-4A93-BBF7-FC325BEA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Terminal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4F0C3-2C51-46C9-841B-53266D1B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33875"/>
            <a:ext cx="3371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直接观察与人工接管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27F30-D9F8-4419-801C-D2FB6DEA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4267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0B5A8-10F8-4DF4-87E5-D4EBEAB3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768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9B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CE1DE-3C32-49C0-A31F-7C94971C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76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7420D-08C3-496F-867F-E68EEC32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768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Preview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095A1-8866-4D87-89AB-3EDA2392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91125"/>
            <a:ext cx="3371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展示可访问的 Web 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0C1B7-3074-4888-B9F4-87BDC62D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闭环不是“生成一段代码”，而是“交付一个可以打开、继续修改的结果”。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B99DC-6945-444C-BED5-F84C3502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A90C28-1B16-46A2-B472-01CD4B12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8018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335EF-BC03-4E78-9A5F-D2D3410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PRODUCT PRINCIPLES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AEFD5-2D04-4A19-B475-CE641631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为自主软件工作设计的产品原则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A9C59-E03F-42B7-AA10-5241F71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Lunix 的差异不在于又做一个聊天框，而在于重新定义 Agent 的工作界面。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2613E-C105-46AD-A5FB-F6C02C86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32380-E429-449E-802C-93868F5B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AE61B-809B-4015-BB60-E597FE55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人类可读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338D8-41BC-4B25-9B9F-76D32891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把原始 CLI 数据流转译成清晰的活动、状态和结果。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9CD7A-C603-4089-A32D-B8672756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B1470-B0B6-41F4-B0B1-C1A00ED4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B4326-38B4-4A86-B8D0-B5726BD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供应商无关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00D2E-1E26-4E71-A381-870D7064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Claude、Codex 与未来模型共享统一桌面体验。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4A177-1D2E-48A9-B595-D4F03CB4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C4E0C-FE17-4258-B883-20268FDA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BAA8F-E51C-440B-A5A4-66D41BC8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65D8A-6474-48D8-9A44-90D03B54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登录凭证、会话、工作区和沙箱明确隔离。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118D5-A352-4024-94D8-360A638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9C41E-22A2-4673-AE0C-0C8A8C6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F79CE-DAD3-441B-90D6-C266A876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可接管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97098-19B9-467F-9075-75DBBCC8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自动化执行与终端人工控制并存，避免不可逆黑箱。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EEB02-662D-47D0-BAF8-49485DC9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248D0-F93D-4731-940C-7B1C9671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A0937-0564-4971-BAF5-16D0FB4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结果导向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5F916-BD50-4E34-9E20-0A11B109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以可打开的网页、文件和服务作为任务完成标准。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FC5B3-7F85-4F25-98B9-E1518501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430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03066-785A-46D9-9D60-FE22D15F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F6D67-3114-42BA-BF9E-82A1FDEE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233F"/>
                </a:solidFill>
                <a:latin typeface="PingFang SC"/>
                <a:ea typeface="PingFang SC"/>
                <a:cs typeface="PingFang SC"/>
              </a:rPr>
              <a:t>恢复优先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8D9C4-8848-47EC-B017-7587F89A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把刷新、超时、第三方故障视为正常产品路径。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71770F-EE4F-422A-B8FF-E42B6C8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988F3-B6B4-48D0-ABDE-D0C5397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A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A0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6115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1C7D2-480F-449D-868C-724BA7E2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7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7E8"/>
                </a:solidFill>
                <a:latin typeface="Aptos"/>
                <a:ea typeface="Aptos"/>
                <a:cs typeface="Aptos"/>
              </a:rPr>
              <a:t>THE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6E700-1693-4B04-8F9C-B20176BB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软件工作的操作系统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8391B-26DA-407D-8F47-28C9567E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66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rPr>
              <a:t>未来，用户不再管理模型、终端和云环境。</a:t>
            </a:r>
          </a:p>
          <a:p xmlns:a="http://schemas.openxmlformats.org/drawingml/2006/main">
            <a:pPr algn="l">
              <a:def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9CBE2"/>
                </a:solidFill>
                <a:latin typeface="PingFang SC"/>
                <a:ea typeface="PingFang SC"/>
                <a:cs typeface="PingFang SC"/>
              </a:rPr>
              <a:t>他们只描述目标，Lunix 负责组织 Agent、工具与运行时完成工作。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0B960-4ADF-4FC3-B6D1-42815771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3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43989-5B1D-4726-8D61-B978225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9525">
            <a:solidFill>
              <a:srgbClr val="244B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06E67-E190-4B04-AE40-2628CBA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意图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C666D-1627-4821-A451-B98DB8FE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用户描述目标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6E698-AE9C-4AB4-81C4-812BBE89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3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230DA-AE7B-4C9C-A323-4C767E5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9525">
            <a:solidFill>
              <a:srgbClr val="244B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3C13C-51E1-4E96-81BD-4FC7594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671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12A4D-DA3B-4530-B652-F2A6B473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29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Agent 选择工具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CB220-50B3-4559-8BBC-17C9A14C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3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61C00-9B8A-44AC-86B3-5801C34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9525">
            <a:solidFill>
              <a:srgbClr val="244B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56F04-2432-4E0A-8914-E32C5D76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5191F-BD2C-4D31-B43B-0A5D4BB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沙箱运行软件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B0AB5-FB2F-42DC-BE90-410A016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9525">
            <a:solidFill>
              <a:srgbClr val="244B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98564-F5A7-457D-AE91-AB70B01A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9CB27-CDD9-4254-A565-3BAF3C66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DB4CE"/>
                </a:solidFill>
                <a:latin typeface="PingFang SC"/>
                <a:ea typeface="PingFang SC"/>
                <a:cs typeface="PingFang SC"/>
              </a:rPr>
              <a:t>桌面呈现结果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5C66E-FA9C-4725-B505-62AA304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6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32854-3537-42F0-8E5F-D0411904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Lunix 让 AI 从“聊天助手”进化为“可持续工作的数字同事”。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06051-7FAA-414A-8051-7A54906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F9AB8"/>
                </a:solidFill>
                <a:latin typeface="Aptos"/>
                <a:ea typeface="Aptos"/>
                <a:cs typeface="Aptos"/>
              </a:rPr>
              <a:t>https://lunix-desktop.vercel.app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946E3-F24B-47A1-A677-2281E66F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F9AB8"/>
                </a:solidFill>
                <a:latin typeface="Aptos"/>
                <a:ea typeface="Aptos"/>
                <a:cs typeface="Aptos"/>
              </a:rPr>
              <a:t>LUNIX  ·  AI 原生云桌面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15FFF-1D35-4B02-8BEB-0EE7F2B7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F9A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F9A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40473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2026-06-21T15:18:39.4050000Z</dcterms:created>
  <dcterms:modified xsi:type="dcterms:W3CDTF">2026-06-21T15:18:39.4050000Z</dcterms:modified>
</coreProperties>
</file>