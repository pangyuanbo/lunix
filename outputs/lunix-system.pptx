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dd62c8d14642ac" /><Relationship Type="http://schemas.openxmlformats.org/officeDocument/2006/relationships/extended-properties" Target="/docProps/app.xml" Id="R5abeadf78b3446ec" /><Relationship Type="http://schemas.openxmlformats.org/officeDocument/2006/relationships/officeDocument" Target="/ppt/presentation.xml" Id="R3799346861d642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1edad34752452f"/>
  </p:sldMasterIdLst>
  <p:notesMasterIdLst>
    <p:notesMasterId xmlns:r="http://schemas.openxmlformats.org/officeDocument/2006/relationships" r:id="R0a11e29259444ead"/>
  </p:notesMasterIdLst>
  <p:sldIdLst>
    <p:sldId xmlns:r="http://schemas.openxmlformats.org/officeDocument/2006/relationships" id="256" r:id="R6ac060bc05b745fa"/>
    <p:sldId xmlns:r="http://schemas.openxmlformats.org/officeDocument/2006/relationships" id="257" r:id="Ree11014a2c274e6c"/>
    <p:sldId xmlns:r="http://schemas.openxmlformats.org/officeDocument/2006/relationships" id="258" r:id="R55d7992aa27e4362"/>
    <p:sldId xmlns:r="http://schemas.openxmlformats.org/officeDocument/2006/relationships" id="259" r:id="R46f61ca901c9440a"/>
    <p:sldId xmlns:r="http://schemas.openxmlformats.org/officeDocument/2006/relationships" id="260" r:id="R96c7460186554147"/>
    <p:sldId xmlns:r="http://schemas.openxmlformats.org/officeDocument/2006/relationships" id="261" r:id="Rcbe60d59e4df4b3c"/>
    <p:sldId xmlns:r="http://schemas.openxmlformats.org/officeDocument/2006/relationships" id="262" r:id="R69dc3d3c16114e4e"/>
    <p:sldId xmlns:r="http://schemas.openxmlformats.org/officeDocument/2006/relationships" id="263" r:id="R9f912477f1c34edd"/>
    <p:sldId xmlns:r="http://schemas.openxmlformats.org/officeDocument/2006/relationships" id="264" r:id="R7c96d723172448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920933846446a0" /><Relationship Type="http://schemas.openxmlformats.org/officeDocument/2006/relationships/slideMaster" Target="/ppt/slideMasters/slideMaster1.xml" Id="R5b1edad34752452f" /><Relationship Type="http://schemas.openxmlformats.org/officeDocument/2006/relationships/notesMaster" Target="/ppt/notesMasters/notesMaster1.xml" Id="R0a11e29259444ead" /><Relationship Type="http://schemas.openxmlformats.org/officeDocument/2006/relationships/presProps" Target="/ppt/presProps.xml" Id="R281a49954a814c3c" /><Relationship Type="http://schemas.openxmlformats.org/officeDocument/2006/relationships/tableStyles" Target="/ppt/tableStyles.xml" Id="Raf46ae46eb5e4ecc" /><Relationship Type="http://schemas.openxmlformats.org/officeDocument/2006/relationships/slide" Target="/ppt/slides/slide1.xml" Id="R6ac060bc05b745fa" /><Relationship Type="http://schemas.openxmlformats.org/officeDocument/2006/relationships/slide" Target="/ppt/slides/slide2.xml" Id="Ree11014a2c274e6c" /><Relationship Type="http://schemas.openxmlformats.org/officeDocument/2006/relationships/slide" Target="/ppt/slides/slide3.xml" Id="R55d7992aa27e4362" /><Relationship Type="http://schemas.openxmlformats.org/officeDocument/2006/relationships/slide" Target="/ppt/slides/slide4.xml" Id="R46f61ca901c9440a" /><Relationship Type="http://schemas.openxmlformats.org/officeDocument/2006/relationships/slide" Target="/ppt/slides/slide5.xml" Id="R96c7460186554147" /><Relationship Type="http://schemas.openxmlformats.org/officeDocument/2006/relationships/slide" Target="/ppt/slides/slide6.xml" Id="Rcbe60d59e4df4b3c" /><Relationship Type="http://schemas.openxmlformats.org/officeDocument/2006/relationships/slide" Target="/ppt/slides/slide7.xml" Id="R69dc3d3c16114e4e" /><Relationship Type="http://schemas.openxmlformats.org/officeDocument/2006/relationships/slide" Target="/ppt/slides/slide8.xml" Id="R9f912477f1c34edd" /><Relationship Type="http://schemas.openxmlformats.org/officeDocument/2006/relationships/slide" Target="/ppt/slides/slide9.xml" Id="R7c96d723172448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16522138254f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81a3b8818d4627" /><Relationship Type="http://schemas.openxmlformats.org/officeDocument/2006/relationships/notesMaster" Target="/ppt/notesMasters/notesMaster1.xml" Id="R62b1b410a43d42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8fca13dd574532" /><Relationship Type="http://schemas.openxmlformats.org/officeDocument/2006/relationships/notesMaster" Target="/ppt/notesMasters/notesMaster1.xml" Id="R3d8ef72f958245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6a8a95660e460e" /><Relationship Type="http://schemas.openxmlformats.org/officeDocument/2006/relationships/notesMaster" Target="/ppt/notesMasters/notesMaster1.xml" Id="Rbf569b53d17c46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142ba049824e07" /><Relationship Type="http://schemas.openxmlformats.org/officeDocument/2006/relationships/notesMaster" Target="/ppt/notesMasters/notesMaster1.xml" Id="R3f7739bc6e2848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09b67db4c34785" /><Relationship Type="http://schemas.openxmlformats.org/officeDocument/2006/relationships/notesMaster" Target="/ppt/notesMasters/notesMaster1.xml" Id="R8465b55ec12049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439db2471644c1" /><Relationship Type="http://schemas.openxmlformats.org/officeDocument/2006/relationships/notesMaster" Target="/ppt/notesMasters/notesMaster1.xml" Id="R3d40bedcb18f45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b0090d990142b4" /><Relationship Type="http://schemas.openxmlformats.org/officeDocument/2006/relationships/notesMaster" Target="/ppt/notesMasters/notesMaster1.xml" Id="R59b02f3e75304a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375028a5234b10" /><Relationship Type="http://schemas.openxmlformats.org/officeDocument/2006/relationships/notesMaster" Target="/ppt/notesMasters/notesMaster1.xml" Id="R95a456cc104f4b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209e411ee7450a" /><Relationship Type="http://schemas.openxmlformats.org/officeDocument/2006/relationships/notesMaster" Target="/ppt/notesMasters/notesMaster1.xml" Id="Rb844ec9d759b4c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fb34c4f41e47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ab3193ee2440c8" /><Relationship Type="http://schemas.openxmlformats.org/officeDocument/2006/relationships/slideLayout" Target="/ppt/slideLayouts/slideLayout1.xml" Id="Rea101bb5c09a4b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101bb5c09a4b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fd770d1064b97" /><Relationship Type="http://schemas.openxmlformats.org/officeDocument/2006/relationships/image" Target="/ppt/media/image.jpeg" Id="Re7195874ac0d43f0" /><Relationship Type="http://schemas.openxmlformats.org/officeDocument/2006/relationships/notesSlide" Target="/ppt/notesSlides/notesSlide1.xml" Id="R1f2c8e4d1bfc46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9ace3afb04599" /><Relationship Type="http://schemas.openxmlformats.org/officeDocument/2006/relationships/notesSlide" Target="/ppt/notesSlides/notesSlide2.xml" Id="Rd3d4757dc7414a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0cc5ea7c64f2b" /><Relationship Type="http://schemas.openxmlformats.org/officeDocument/2006/relationships/notesSlide" Target="/ppt/notesSlides/notesSlide3.xml" Id="R6065539edcd949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6588691704565" /><Relationship Type="http://schemas.openxmlformats.org/officeDocument/2006/relationships/notesSlide" Target="/ppt/notesSlides/notesSlide4.xml" Id="Ra756b445437141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9a45ab432418e" /><Relationship Type="http://schemas.openxmlformats.org/officeDocument/2006/relationships/image" Target="/ppt/media/image2.jpeg" Id="R5fcd3198aaa84e7f" /><Relationship Type="http://schemas.openxmlformats.org/officeDocument/2006/relationships/notesSlide" Target="/ppt/notesSlides/notesSlide5.xml" Id="R0d107390689d40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142f14e7e4f4a" /><Relationship Type="http://schemas.openxmlformats.org/officeDocument/2006/relationships/notesSlide" Target="/ppt/notesSlides/notesSlide6.xml" Id="Rd05a09d1480442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8444e600b4b02" /><Relationship Type="http://schemas.openxmlformats.org/officeDocument/2006/relationships/notesSlide" Target="/ppt/notesSlides/notesSlide7.xml" Id="Rd1fdec8006e64e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381a8f58f47e0" /><Relationship Type="http://schemas.openxmlformats.org/officeDocument/2006/relationships/image" Target="/ppt/media/image3.jpeg" Id="Re6b9f641186c4298" /><Relationship Type="http://schemas.openxmlformats.org/officeDocument/2006/relationships/image" Target="/ppt/media/image4.jpeg" Id="Radd4d30aefa74173" /><Relationship Type="http://schemas.openxmlformats.org/officeDocument/2006/relationships/notesSlide" Target="/ppt/notesSlides/notesSlide8.xml" Id="Rdbb379932f6e4c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bc42eb5ee4b96" /><Relationship Type="http://schemas.openxmlformats.org/officeDocument/2006/relationships/notesSlide" Target="/ppt/notesSlides/notesSlide9.xml" Id="R124bea1933ee42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7AA7CD-D2EF-4A57-B545-9B00ECA1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-142875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05840-0F8C-4059-8F10-DAF7E9D7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100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65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D0A11-FF77-401F-B07A-3F925970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LUNIX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586143-150D-4B3E-956E-7BE863FF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71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让 AI Agent 工作，</a:t>
            </a:r>
          </a:p>
          <a:p xmlns:a="http://schemas.openxmlformats.org/drawingml/2006/main">
            <a:pPr algn="l">
              <a:defRPr sz="34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而不是占用你的电脑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436D8-32DB-4297-8B60-9571E260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552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浏览器原生云桌面，把 Claude Code、Codex 与独立云运行时组合成一个持续工作的系统。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C46E8-5FA3-48CD-9A66-0E83FFCC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638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D6C5"/>
          </a:solidFill>
          <a:ln xmlns:a="http://schemas.openxmlformats.org/drawingml/2006/main" w="9525">
            <a:solidFill>
              <a:srgbClr val="32D6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7003B-CB21-4B91-AE1D-B2C8BFC3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71A2E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071A2E"/>
                </a:solidFill>
                <a:latin typeface="PingFang SC"/>
                <a:ea typeface="PingFang SC"/>
                <a:cs typeface="PingFang SC"/>
              </a:rPr>
              <a:t>SOLO · 24H HACKATHON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93885-4EFA-4EFC-828F-15F09136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The device renders. The cloud works.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C9719-316A-4DAC-90D4-32D0D64A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09650"/>
            <a:ext cx="4762500" cy="409575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0B223B"/>
          </a:solidFill>
          <a:ln xmlns:a="http://schemas.openxmlformats.org/drawingml/2006/main" w="9525">
            <a:solidFill>
              <a:srgbClr val="31516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195874ac0d43f0"/>
          <a:srcRect xmlns:a="http://schemas.openxmlformats.org/drawingml/2006/main" l="13024" t="0" r="1302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238250"/>
            <a:ext cx="4305300" cy="3638550"/>
          </a:xfrm>
          <a:prstGeom xmlns:a="http://schemas.openxmlformats.org/drawingml/2006/main" prst="roundRect">
            <a:avLst>
              <a:gd name="adj" fmla="val 4188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E90C6-E1E5-476B-A465-BA4DD9E6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lunix-desktop.vercel.app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B0349B-2BB8-4012-97E0-1F38716D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796BAF-81AD-402E-A6BB-A073C5E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950783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A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A38E50-6010-451D-A75A-B69F4BB9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INSPIRATION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82C16-D888-48B6-B3CE-8091317D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本地 Agent 越多，人的电脑越不可用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5E32D-5AF4-4C7F-8E61-061368FC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我从每天运行多个 coding agent 的真实问题出发。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16814-FE34-40AB-83CA-203B5611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43937-7FBC-4350-9476-7337B5E9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C4653-33B4-4E4C-929D-D6ADCFB3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3371850" cy="2533650"/>
          </a:xfrm>
          <a:prstGeom xmlns:a="http://schemas.openxmlformats.org/drawingml/2006/main" prst="roundRect">
            <a:avLst>
              <a:gd name="adj" fmla="val 6015"/>
            </a:avLst>
          </a:prstGeom>
          <a:solidFill xmlns:a="http://schemas.openxmlformats.org/drawingml/2006/main">
            <a:srgbClr val="103355"/>
          </a:solidFill>
          <a:ln xmlns:a="http://schemas.openxmlformats.org/drawingml/2006/main" w="9525">
            <a:solidFill>
              <a:srgbClr val="32D6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36FD5-8A53-4B15-B65B-1AC15193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8EBF3D-699A-48DE-99E9-960AEE68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资源耗尽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7F47B-679B-4BB3-BD8F-05955810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19500"/>
            <a:ext cx="2876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每个 session 都复制终端、语言服务、浏览器与构建进程。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3A4F20-409A-44F0-B2CB-23518D95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962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F92502-58F4-4BE8-BEF6-5A3F5F2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3150"/>
            <a:ext cx="3371850" cy="2533650"/>
          </a:xfrm>
          <a:prstGeom xmlns:a="http://schemas.openxmlformats.org/drawingml/2006/main" prst="roundRect">
            <a:avLst>
              <a:gd name="adj" fmla="val 6015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DA385-5769-4850-B580-6EB55A19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527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C3C735-177C-4D2E-BEBF-9CB06398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99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必须保持唤醒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C582E4-19ED-4197-BFEC-FD1ED264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19500"/>
            <a:ext cx="2876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合上电脑、断网或重启，长任务就可能中断。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464236-05EF-499B-8DF6-712132E3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962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FC8DE6-40D6-4B46-B979-F8E070A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3371850" cy="2533650"/>
          </a:xfrm>
          <a:prstGeom xmlns:a="http://schemas.openxmlformats.org/drawingml/2006/main" prst="roundRect">
            <a:avLst>
              <a:gd name="adj" fmla="val 6015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8EC72-EE0B-4E43-AE24-C0BC9170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527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3F0E1F-8D69-4A6C-A388-06448343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099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难以恢复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413103-3F39-45A2-BF2A-14F44F6C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19500"/>
            <a:ext cx="2876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对话还在，但进程、端口、浏览器和执行上下文已经消失。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9A714F-2024-4854-880C-12A10D59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1962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094CFC-B0C7-4455-835F-8755E49F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问题不是模型不够强，而是个人电脑被迫成为所有 Agent 的服务器。</a:t>
            </a:r>
          </a:p>
        </p:txBody>
      </p:sp>
    </p:spTree>
    <p:extLst>
      <p:ext uri="{BB962C8B-B14F-4D97-AF65-F5344CB8AC3E}">
        <p14:creationId xmlns:p14="http://schemas.microsoft.com/office/powerpoint/2010/main" val="16920725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5556CE-FC20-4BB2-97D6-C3967A58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8C83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78C83"/>
                </a:solidFill>
                <a:latin typeface="PingFang SC"/>
                <a:ea typeface="PingFang SC"/>
                <a:cs typeface="PingFang SC"/>
              </a:rPr>
              <a:t>CORE INSIGHT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13D56-37E1-4B93-B21B-746D0C54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不要把 Linux 桌面当视频传输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C3FB3-03EF-4455-9AB1-19AC9DF9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26474"/>
                </a:solidFill>
                <a:latin typeface="PingFang SC"/>
                <a:ea typeface="PingFang SC"/>
                <a:cs typeface="PingFang SC"/>
              </a:rPr>
              <a:t>传统云桌面远程渲染像素；Lunix 在浏览器本地渲染 OS UI，只传结构化状态与运行时事件。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80A600-03FC-4F04-947A-205D2F24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4953000" cy="2876550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BDD6E-811D-42E2-9C2F-AEC119A0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3808C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3808C"/>
                </a:solidFill>
                <a:latin typeface="PingFang SC"/>
                <a:ea typeface="PingFang SC"/>
                <a:cs typeface="PingFang SC"/>
              </a:rPr>
              <a:t>RDP / VNC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67F83-7AF3-4A60-9232-F01AB432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输入 → 网络 → 远端渲染 → 编码 → 视频 → 解码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F6C98-8C05-4967-950D-197E29F6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814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8A596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8A5960"/>
                </a:solidFill>
                <a:latin typeface="PingFang SC"/>
                <a:ea typeface="PingFang SC"/>
                <a:cs typeface="PingFang SC"/>
              </a:rPr>
              <a:t>光标延迟 · 画面抖动 · 压缩噪点 · 高带宽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2C407B-9C28-4F13-820B-64D86EE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76450"/>
            <a:ext cx="5619750" cy="3257550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071A2E"/>
          </a:solidFill>
          <a:ln xmlns:a="http://schemas.openxmlformats.org/drawingml/2006/main" w="9525">
            <a:solidFill>
              <a:srgbClr val="32D6C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100194-8D0B-41F0-B28D-829E5BD3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2410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D6C5"/>
          </a:solidFill>
          <a:ln xmlns:a="http://schemas.openxmlformats.org/drawingml/2006/main" w="9525">
            <a:solidFill>
              <a:srgbClr val="32D6C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7EFAF-ECDD-403E-B529-21E85D86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526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71A2E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071A2E"/>
                </a:solidFill>
                <a:latin typeface="PingFang SC"/>
                <a:ea typeface="PingFang SC"/>
                <a:cs typeface="PingFang SC"/>
              </a:rPr>
              <a:t>LUNIX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A548D9-2D68-4C1B-B0D9-ED955EBC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浏览器直接渲染桌面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AD610-0536-4715-A30A-A94469C3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24250"/>
            <a:ext cx="4667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窗口拖拽、缩放、文字与动画立即响应；云端只负责 Agent、文件、浏览器与应用执行。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72DD8-E7A8-4396-B791-5627BCB7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672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Local UI  +  Cloud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5D2E1-8A0F-45C7-AFDB-186481D8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结果：iPad 和轻薄电脑只承担渲染，不承担多个 Agent 的计算负载。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392AD-0B74-4982-BF96-63514571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1DCCC4-E03F-4356-A21A-03B45B61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094956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A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8DD7B9-EBE7-4476-96DB-7D63E03A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EB7AC-2B92-47BE-B296-9BB930D4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Agent Runtime 是大脑，其他 Runtime 是手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8B69B-500C-4D13-8D70-4C8ADA4C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每项能力独立运行、独立扩展、独立失败，但对用户表现为一个桌面。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DED30-F1D7-4252-86BE-DA252A3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FB72D-E5C4-426E-B9EE-D0BEB47C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07EA4-5DF4-43DE-BBC3-53A47877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00350"/>
            <a:ext cx="2895600" cy="140970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33B61"/>
          </a:solidFill>
          <a:ln xmlns:a="http://schemas.openxmlformats.org/drawingml/2006/main" w="9525">
            <a:solidFill>
              <a:srgbClr val="32D6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1AE8A-AECD-4AD1-8567-4C0B5BB1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AGENT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DC44E-C4EA-46A5-B484-6B31951B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718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Claude Code / Codex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3F1532-971E-474C-B844-6B729364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81000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计划 · 决策 · 编排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15E407-5D6D-4EC3-A269-B4DE31C0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83845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2A0109-77A4-4F44-A46D-01256F91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527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F3D36F-5374-4DD2-87E1-8B8668A0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337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Files +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2E91F6-FDDE-4A3B-A08A-7CA85203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283845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72738-1F01-43C3-8454-2DEBE16D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529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Terminal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610B9-62A7-402F-A12A-2B2B02F8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339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Commands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A02418-46EA-4E6E-823A-A2BA116E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283845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6CD957-5FC4-43FF-9756-CD527145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527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Browser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ED62AA-30CE-4FC6-8FD5-2AB6C49F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337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Web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4824F8-7CAC-4706-AFBA-38366340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24350"/>
            <a:ext cx="283845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D9F60C-3FDE-4393-9006-06878CC4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5529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Preview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807526-A927-4159-9EC4-C1BB3EF4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9339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Running app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2890E8-A7C5-48D6-A90C-A1B28016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5750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7DDA9-B45E-4CE5-9788-024CFD05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63F362-4081-4A38-8C5B-88C71AFD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E36B27-0419-49A0-BE87-4E276FA4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577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3A9A9-34A3-4EE7-87FF-ACE6322C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857500"/>
            <a:ext cx="285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2EA7BE-F15D-4F1F-AF00-784850FD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857500"/>
            <a:ext cx="285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0FA97C-8C98-4B2E-A6FA-67A0C437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105400"/>
            <a:ext cx="2362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496D"/>
          </a:solidFill>
          <a:ln xmlns:a="http://schemas.openxmlformats.org/drawingml/2006/main" w="9525">
            <a:solidFill>
              <a:srgbClr val="1C496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14D3F8-8790-4A9F-8537-26473DBD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133975"/>
            <a:ext cx="2362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NODUS CONTROL PLANE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4CBE7E-A62D-4570-934F-973F9CF2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5626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身份 · 会话 · 持久化 · 状态同步 · 路由</a:t>
            </a:r>
          </a:p>
        </p:txBody>
      </p:sp>
    </p:spTree>
    <p:extLst>
      <p:ext uri="{BB962C8B-B14F-4D97-AF65-F5344CB8AC3E}">
        <p14:creationId xmlns:p14="http://schemas.microsoft.com/office/powerpoint/2010/main" val="1612375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A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83A5CB-5E10-47BA-AA46-C946F203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AGENT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77157-345C-4726-9344-E32E2C77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从一句话，到一个真正运行的结果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356DD-C29D-476E-8855-B594025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完成标准不是代码块，而是可以打开、检查和继续修改的应用。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48AD1-9999-4280-9DF3-57264365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478491-05F0-4DE2-B82F-E962A232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cd3198aaa84e7f"/>
          <a:srcRect xmlns:a="http://schemas.openxmlformats.org/drawingml/2006/main" l="81" t="0" r="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209800"/>
            <a:ext cx="4686300" cy="2933700"/>
          </a:xfrm>
          <a:prstGeom xmlns:a="http://schemas.openxmlformats.org/drawingml/2006/main" prst="roundRect">
            <a:avLst>
              <a:gd name="adj" fmla="val 5195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27586-4895-4A03-84CC-5F2EB999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2383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A68"/>
          </a:solidFill>
          <a:ln xmlns:a="http://schemas.openxmlformats.org/drawingml/2006/main" w="0">
            <a:solidFill>
              <a:srgbClr val="234A6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9C8C61-F4B7-4D76-A55E-8640223A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2955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806D2-9062-4DD7-AE85-1F09AEBB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71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5F5BD-C927-40D1-8FE0-DD864C44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71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“做一个 Airbnb 网页”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BD3F8-D195-467D-908B-F3AE6C39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71750"/>
            <a:ext cx="3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15D"/>
          </a:solidFill>
          <a:ln xmlns:a="http://schemas.openxmlformats.org/drawingml/2006/main" w="0">
            <a:solidFill>
              <a:srgbClr val="23415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39E45-7956-4D7E-A1E0-D4D16B24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A68"/>
          </a:solidFill>
          <a:ln xmlns:a="http://schemas.openxmlformats.org/drawingml/2006/main" w="0">
            <a:solidFill>
              <a:srgbClr val="234A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ADD1F-95A1-4060-86D1-E7744B60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0765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B8AFED-77F6-48A9-A474-58A25901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52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Build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158E6-C962-4EB3-A387-52E23B38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读取文件、写代码、安装依赖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10084-EDF1-4754-94ED-1C2B63CF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52800"/>
            <a:ext cx="3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15D"/>
          </a:solidFill>
          <a:ln xmlns:a="http://schemas.openxmlformats.org/drawingml/2006/main" w="0">
            <a:solidFill>
              <a:srgbClr val="23415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4765D4-BABE-4FF2-9D82-D7F2F762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8004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A68"/>
          </a:solidFill>
          <a:ln xmlns:a="http://schemas.openxmlformats.org/drawingml/2006/main" w="0">
            <a:solidFill>
              <a:srgbClr val="234A6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F4CDA8-BC8B-4966-9B48-49C9CA03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857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F227E0-2974-4B39-B7F1-272465C4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338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DD05FA-915A-4B5E-92CE-9022AA72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338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启动服务并检查端口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ABA278-308E-4FB3-AB05-E54736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133850"/>
            <a:ext cx="3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15D"/>
          </a:solidFill>
          <a:ln xmlns:a="http://schemas.openxmlformats.org/drawingml/2006/main" w="0">
            <a:solidFill>
              <a:srgbClr val="23415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D106D7-AE20-4D84-9948-5AD4DB7D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5815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A2C045-588F-4B4D-93AF-DD3A5F3B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6386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A2E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071A2E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D9DB2-91AE-4B73-84AA-77AAA500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14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Preview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C61104-6710-472C-9D39-8CEC065A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148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把可访问结果带回桌面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313B3B-27CE-4B97-925F-210315A3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Intent → Agent → Workspace → Terminal → Application → Preview</a:t>
            </a:r>
          </a:p>
        </p:txBody>
      </p:sp>
    </p:spTree>
    <p:extLst>
      <p:ext uri="{BB962C8B-B14F-4D97-AF65-F5344CB8AC3E}">
        <p14:creationId xmlns:p14="http://schemas.microsoft.com/office/powerpoint/2010/main" val="20862300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339572-BEEB-4A4E-ABBF-87D72294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8C83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78C83"/>
                </a:solidFill>
                <a:latin typeface="PingFang SC"/>
                <a:ea typeface="PingFang SC"/>
                <a:cs typeface="PingFang SC"/>
              </a:rPr>
              <a:t>LIVE AGENT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88579-2256-4BD2-8057-BD6D14D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Agent 的工作过程必须可见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6297D8-1B85-4A14-83C3-4142A9D4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26474"/>
                </a:solidFill>
                <a:latin typeface="PingFang SC"/>
                <a:ea typeface="PingFang SC"/>
                <a:cs typeface="PingFang SC"/>
              </a:rPr>
              <a:t>Lunix 不再等待最终口头汇报，而是把 Claude/Codex 已有的数据流转译为人类可读的工作进度。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14C77-62A0-4AFF-9124-FE6D176B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7185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41680E-AC3B-46F4-BF24-ADC7B2DA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86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E5623-452C-4AF0-BDAC-3D57F706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Reasoning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6150D2-923A-4E99-85DD-A2BFDDE1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rPr>
              <a:t>正在理解任务与检查仓库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20014-5CFA-484F-8F26-0FABE1F1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86000"/>
            <a:ext cx="337185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C4695-1CD3-4E05-9189-56A5C79D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486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AC553F-69AC-4DEE-8ADA-F48637CD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384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Tool 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31ED3-3DB5-40B0-A6EB-E9078203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7655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rPr>
              <a:t>Read · Bash · Search · MCP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B4AE2-8FB0-4524-B3C0-088E7157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86000"/>
            <a:ext cx="337185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FFA86-0667-4746-96D3-A3E127FC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86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14C92D-6431-4E0B-930B-62567D26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384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Command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95614-DB28-486C-AD48-F9D566A2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rPr>
              <a:t>npm test · 18 passed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835222-8CCD-466E-8A7D-5EE9988E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37185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9715E6-5430-448E-8804-B8222FBC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14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73FF"/>
          </a:solidFill>
          <a:ln xmlns:a="http://schemas.openxmlformats.org/drawingml/2006/main" w="0">
            <a:solidFill>
              <a:srgbClr val="4D73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2DDF09-6EB2-4DB6-A65C-00B906DB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67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File change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2E01AE-8248-4FE3-BAC2-0CD4BFA7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rPr>
              <a:t>创建、修改与删除的文件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B758F0-D700-47DB-8A5C-52BC826D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337185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873B52-F56D-4642-9CE5-B80B43CE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914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73FF"/>
          </a:solidFill>
          <a:ln xmlns:a="http://schemas.openxmlformats.org/drawingml/2006/main" w="0">
            <a:solidFill>
              <a:srgbClr val="4D73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686A56-DA19-478A-AF76-9BCBAA0B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867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1FDC06-23A5-49D9-9A7B-A20CB947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rPr>
              <a:t>Running · Waiting · Failed · Done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36E0F7-ACCC-45D7-8311-757A9E8C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14750"/>
            <a:ext cx="337185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74EFBB-7FB4-4FE4-B202-567A6D79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914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73FF"/>
          </a:solidFill>
          <a:ln xmlns:a="http://schemas.openxmlformats.org/drawingml/2006/main" w="0">
            <a:solidFill>
              <a:srgbClr val="4D73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2B9744-70B2-4FAE-92F3-5A846349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Usage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6CCF46-112F-4BD9-99BD-6A9C53A4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383"/>
                </a:solidFill>
                <a:latin typeface="PingFang SC"/>
                <a:ea typeface="PingFang SC"/>
                <a:cs typeface="PingFang SC"/>
              </a:rPr>
              <a:t>模型、token 与运行时间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2956BF-507C-47D7-ABA2-E810A796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657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A2E"/>
          </a:solidFill>
          <a:ln xmlns:a="http://schemas.openxmlformats.org/drawingml/2006/main" w="9525">
            <a:solidFill>
              <a:srgbClr val="071A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90CDF2-9E6F-4597-9094-16D63C4B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657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STRUCTURED EVENTS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609B2B-13BD-4145-A085-8CBF257F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429250"/>
            <a:ext cx="876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Nodus 保留原 Claude Code / Codex runtime，只暴露更多原生输出给前端解析。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F6E5BC-DD9F-42D8-BF76-10D9E725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2DD68C-53F7-4D78-8E47-AA00DC87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683423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A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2B3066-1A67-489A-8C1E-2A49D17C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ISOLATION &amp; SCALE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420DF-AC25-41D5-8DED-942323C3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每个 Agent 有自己的资源边界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DE1C1-22A9-4B97-AAC8-5A390CA8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一个 build、浏览器任务或失败，不应该拖慢其他 session，更不应该拖垮用户设备。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66313-004D-4591-8C77-3CBD5363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99F26-FEF4-4D5D-B5FD-4BDC172B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FBAA1-EBFF-43A9-87E5-187B0860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3718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C3194-DA38-4B7D-8630-FF62C935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496B"/>
          </a:solidFill>
          <a:ln xmlns:a="http://schemas.openxmlformats.org/drawingml/2006/main" w="9525">
            <a:solidFill>
              <a:srgbClr val="1B496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F4A60-06BA-4736-A1D4-57B526F2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62225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SESSION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98BD6-E9BF-4942-BB28-18FC91B7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99982D-F227-4643-8035-F130E50C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2 CPU · 4 GB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390EE-B48F-468C-A147-E63DC0E3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2914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15D"/>
          </a:solidFill>
          <a:ln xmlns:a="http://schemas.openxmlformats.org/drawingml/2006/main" w="0">
            <a:solidFill>
              <a:srgbClr val="23415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1DE90-5084-47DA-9EFF-E36CD395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24100"/>
            <a:ext cx="33718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33B61"/>
          </a:solidFill>
          <a:ln xmlns:a="http://schemas.openxmlformats.org/drawingml/2006/main" w="9525">
            <a:solidFill>
              <a:srgbClr val="32D6C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9EE2C-C335-4B0E-BDA2-D4C52019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336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496B"/>
          </a:solidFill>
          <a:ln xmlns:a="http://schemas.openxmlformats.org/drawingml/2006/main" w="9525">
            <a:solidFill>
              <a:srgbClr val="1B496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9D1924-75DD-4E35-94A5-21CF05B0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62225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SESSION 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07EB74-A444-49C2-BFEC-0C0014D6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5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Build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5F42DF-4363-4D9E-A002-753412C2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76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4 CPU · 8 GB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C776FE-BE68-4925-BACB-7711B87F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71950"/>
            <a:ext cx="2914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solidFill>
              <a:srgbClr val="32D6C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F0D74-8960-48E2-BA45-57151C4D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24100"/>
            <a:ext cx="33718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37388-340E-46BE-B348-7CE5E738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336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496B"/>
          </a:solidFill>
          <a:ln xmlns:a="http://schemas.openxmlformats.org/drawingml/2006/main" w="9525">
            <a:solidFill>
              <a:srgbClr val="1B49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E2FDA8-D998-4CA3-B6B9-4811569C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62225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SESSION 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C328F6-A116-4962-B25A-80A466EF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05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Browser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251C2E-8B12-447B-93B4-C327CBBD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76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2 CPU · 2 GB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705D3A-2C64-461F-BC1E-31A8A0CB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71950"/>
            <a:ext cx="2914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15D"/>
          </a:solidFill>
          <a:ln xmlns:a="http://schemas.openxmlformats.org/drawingml/2006/main" w="0">
            <a:solidFill>
              <a:srgbClr val="23415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B4CD0B-93A6-4B71-9CD6-5FE6CDC9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Independent lifecycle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F38728-E50C-42DD-841D-AA198776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独立暂停、销毁与恢复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4C9AC3-840B-4FFA-80D7-2857F48E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Workload scaling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567DD4-A1CB-41C6-B4D6-3C604BF3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495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按任务分配 CPU / Memory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2DCE2F-1A87-4C2D-961F-DC687836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97205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Failure isolation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FC3447-CB80-4F56-8EBB-32BE60AF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31495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单一 runtime 失败不冻结桌面</a:t>
            </a:r>
          </a:p>
        </p:txBody>
      </p:sp>
    </p:spTree>
    <p:extLst>
      <p:ext uri="{BB962C8B-B14F-4D97-AF65-F5344CB8AC3E}">
        <p14:creationId xmlns:p14="http://schemas.microsoft.com/office/powerpoint/2010/main" val="1155445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599F02-31C2-4CC6-8A05-AAD636A5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8C83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178C83"/>
                </a:solidFill>
                <a:latin typeface="PingFang SC"/>
                <a:ea typeface="PingFang SC"/>
                <a:cs typeface="PingFang SC"/>
              </a:rPr>
              <a:t>BUILT IN 24 HOURS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2C58A-2B5C-4729-9A11-0207BD2A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一个浏览器里的完整软件工作空间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9EC427-2735-4EE5-B641-7DAD7201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26474"/>
                </a:solidFill>
                <a:latin typeface="PingFang SC"/>
                <a:ea typeface="PingFang SC"/>
                <a:cs typeface="PingFang SC"/>
              </a:rPr>
              <a:t>Solo project：用成熟组件解决终端与消息渲染，把时间投入真正的 runtime 编排与恢复体验。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b9f641186c4298"/>
          <a:srcRect xmlns:a="http://schemas.openxmlformats.org/drawingml/2006/main" l="0" t="80" r="0" b="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247900"/>
            <a:ext cx="4762500" cy="29718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4d30aefa74173"/>
          <a:srcRect xmlns:a="http://schemas.openxmlformats.org/drawingml/2006/main" l="19952" t="0" r="1995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7850" y="2247900"/>
            <a:ext cx="2857500" cy="2971800"/>
          </a:xfrm>
          <a:prstGeom xmlns:a="http://schemas.openxmlformats.org/drawingml/2006/main" prst="roundRect">
            <a:avLst>
              <a:gd name="adj" fmla="val 533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DFF37-D237-4F8D-8290-CBEEE2D0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47900"/>
            <a:ext cx="2762250" cy="297180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71A2E"/>
          </a:solidFill>
          <a:ln xmlns:a="http://schemas.openxmlformats.org/drawingml/2006/main" w="9525">
            <a:solidFill>
              <a:srgbClr val="071A2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0AAF1-99C4-4C0C-AAD0-F9F06483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76500"/>
            <a:ext cx="2266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CORE STACK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C1C07-69BF-4A31-9C90-72B3F0DF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956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React + Vite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65444-C821-4442-AB1C-E416D057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718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Nodus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3AB12-8E9A-4D07-A35B-7A6B568C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48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Modal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B491A-7EA9-4171-84AC-D90D0504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2427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949E5-849C-4981-A9BC-BBF615BA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005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OpenAI Codex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8D16B2-14A1-4509-B66D-3682B6AC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767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wterm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E9321E-2C00-48E8-B1BC-3A29D995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529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Browserbase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C51FC-FD41-41CD-B376-99C2FD7E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2917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Cloudflare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BFB614-3933-453E-ADB4-C73CE7B4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243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2437"/>
                </a:solidFill>
                <a:latin typeface="PingFang SC"/>
                <a:ea typeface="PingFang SC"/>
                <a:cs typeface="PingFang SC"/>
              </a:rPr>
              <a:t>Browser-rendered OS · Independent cloud runtimes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C4A45-9701-44A3-A56C-2947776B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EC2ED-DD3A-41CA-80A5-403DB493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893607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A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561C21-BC5B-4EB2-85A8-3D63C5DB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-1524000"/>
            <a:ext cx="6191250" cy="619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37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23D764-E366-45D4-BE81-F0E62B11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THE VISION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D6A26-FF98-4369-BAC6-7AA62E0E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6477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人的设备负责呈现，</a:t>
            </a:r>
          </a:p>
          <a:p xmlns:a="http://schemas.openxmlformats.org/drawingml/2006/main">
            <a:pPr algn="l">
              <a:defRPr sz="3600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云端负责工作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EE742-6D49-4340-8B8D-4BAF4F45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关闭浏览器、合上电脑、换到 iPad，Agent 的生命周期仍然继续。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318A2-6272-4FF0-B54D-0C9D509B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514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456A"/>
          </a:solidFill>
          <a:ln xmlns:a="http://schemas.openxmlformats.org/drawingml/2006/main" w="9525">
            <a:solidFill>
              <a:srgbClr val="1745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0438F-BCBC-4787-ABAC-C79DFA14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DEVICE SESSION ≠ AGENT SESSION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15B02-B5AA-48D8-B27E-F4627BF8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FB107-3629-4AE4-BD69-EA51D5F8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Human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FD560-1F41-47ED-94DE-9638837E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描述目标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EFF63-0E14-4FD0-9039-AD342BA5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0101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4FDD75-E3BA-4598-B527-682F70EC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62500"/>
            <a:ext cx="2381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F961F-0F97-4C2D-ACFD-705D8849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9530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Lunix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7D1C0-CE2C-43AE-89D7-23F7F754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578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组织运行时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DC174-F2E3-4221-8BAE-65299A3F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01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3834F-857D-433D-A957-D8DB563F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62500"/>
            <a:ext cx="2381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44262"/>
          </a:solidFill>
          <a:ln xmlns:a="http://schemas.openxmlformats.org/drawingml/2006/main" w="9525">
            <a:solidFill>
              <a:srgbClr val="32D6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B8257-1B24-4CD9-9030-CA68585E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9530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Cloud agents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2D979-A01B-4E81-8DED-F0892F79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2578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持续执行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354EE-A1DB-4ABF-8D12-0C6888B5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0101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D601A0-6A57-45CF-9504-2A780D26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762500"/>
            <a:ext cx="23812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C49"/>
          </a:solidFill>
          <a:ln xmlns:a="http://schemas.openxmlformats.org/drawingml/2006/main" w="9525">
            <a:solidFill>
              <a:srgbClr val="2341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348EA4-1E25-487C-A053-DAA9ECBC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530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7FAFC"/>
                </a:solidFill>
                <a:latin typeface="PingFang SC"/>
                <a:ea typeface="PingFang SC"/>
                <a:cs typeface="PingFang SC"/>
              </a:rPr>
              <a:t>Result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F7683-F09F-4334-9EBA-C0EB5348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2578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随时回来检查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7EC385-2E96-4A03-82D0-8A354C26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2D6C5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32D6C5"/>
                </a:solidFill>
                <a:latin typeface="PingFang SC"/>
                <a:ea typeface="PingFang SC"/>
                <a:cs typeface="PingFang SC"/>
              </a:rPr>
              <a:t>lunix-desktop.vercel.app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7C3D26-B8BA-46F4-9507-A53D4064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LUNIX  ·  AI NATIVE CLOUD DESKTOP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F8C0C6-EE4D-475D-9AAB-2C2036F3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AFC0D2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175977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2026-06-21T16:45:51.2820000Z</dcterms:created>
  <dcterms:modified xsi:type="dcterms:W3CDTF">2026-06-21T16:45:51.2820000Z</dcterms:modified>
</coreProperties>
</file>